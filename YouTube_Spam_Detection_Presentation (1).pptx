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YouTube Comment Spam Detection using CNN–BiLSTM with BERT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Student Name: Poornima Rajeev</a:t>
            </a:r>
          </a:p>
          <a:p>
            <a:r>
              <a:t>Reg. No: __________</a:t>
            </a:r>
          </a:p>
          <a:p>
            <a:r>
              <a:t>Batch: MCA</a:t>
            </a:r>
          </a:p>
          <a:p>
            <a:r>
              <a:t>Guide: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Introduction</a:t>
            </a:r>
          </a:p>
          <a:p>
            <a:r>
              <a:t>• Related Work</a:t>
            </a:r>
          </a:p>
          <a:p>
            <a:r>
              <a:t>• Base Paper</a:t>
            </a:r>
          </a:p>
          <a:p>
            <a:r>
              <a:t>• Objectives</a:t>
            </a:r>
          </a:p>
          <a:p>
            <a:r>
              <a:t>• Methodology</a:t>
            </a:r>
          </a:p>
          <a:p>
            <a:r>
              <a:t>• Results</a:t>
            </a:r>
          </a:p>
          <a:p>
            <a:r>
              <a:t>• 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Rapid growth of YouTube user comments</a:t>
            </a:r>
          </a:p>
          <a:p>
            <a:r>
              <a:t>• Increase in spam, phishing, and promotional comments</a:t>
            </a:r>
          </a:p>
          <a:p>
            <a:r>
              <a:t>• Limitations of rule-based and traditional ML methods</a:t>
            </a:r>
          </a:p>
          <a:p>
            <a:r>
              <a:t>• Need for deep learning with contextual understanding</a:t>
            </a:r>
          </a:p>
          <a:p>
            <a:r>
              <a:t>• Motivation to combine CNN–BiLSTM with BERT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Paper | Methodology | Dataset | Metrics</a:t>
            </a:r>
          </a:p>
          <a:p>
            <a:r>
              <a:t>Sam’an et al. (2024) | CNN-BiLSTM | UCI TubeSpam | Accuracy</a:t>
            </a:r>
          </a:p>
          <a:p>
            <a:r>
              <a:t>Airlangga (2024) | LinearSVC | YouTube Comments | Accuracy, F1</a:t>
            </a:r>
          </a:p>
          <a:p>
            <a:r>
              <a:t>Tak et al. (2025) | LR, RF | YouTube Dataset | Accuracy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Paper | Methodology | Dataset | Metrics</a:t>
            </a:r>
          </a:p>
          <a:p>
            <a:r>
              <a:t>Kotta (2023) | BERT, Ensemble | UCI TubeSpam | Accuracy, ROC</a:t>
            </a:r>
          </a:p>
          <a:p>
            <a:r>
              <a:t>Keerthi et al. (2025) | BERT | YouTube Spam Collection | Accuracy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Paper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Hybrid CNN–BiLSTM for spam detection</a:t>
            </a:r>
          </a:p>
          <a:p>
            <a:r>
              <a:t>• Dataset: UCI YouTube Spam Collection</a:t>
            </a:r>
          </a:p>
          <a:p>
            <a:r>
              <a:t>• Preprocessing: Tokenization, Stemming</a:t>
            </a:r>
          </a:p>
          <a:p>
            <a:r>
              <a:t>• Evaluation: Accuracy</a:t>
            </a:r>
          </a:p>
          <a:p>
            <a:r>
              <a:t>• Best Model: CNN–BiLSTM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 spam comments on YouTube</a:t>
            </a:r>
          </a:p>
          <a:p>
            <a:r>
              <a:t>• Improve contextual understanding using BERT</a:t>
            </a:r>
          </a:p>
          <a:p>
            <a:r>
              <a:t>• Combine CNN and BiLSTM for feature learning</a:t>
            </a:r>
          </a:p>
          <a:p>
            <a:r>
              <a:t>• Compare performance with baseline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BERT for contextual embeddings</a:t>
            </a:r>
          </a:p>
          <a:p>
            <a:r>
              <a:t>• CNN for local feature extraction</a:t>
            </a:r>
          </a:p>
          <a:p>
            <a:r>
              <a:t>• BiLSTM for sequential context learning</a:t>
            </a:r>
          </a:p>
          <a:p>
            <a:r>
              <a:t>• Dataset: UCI YouTube Spam Collection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Input → Preprocessing → BERT Embeddings → CNN → BiLSTM → Classification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Accuracy, Precision, Recall, F1-score</a:t>
            </a:r>
          </a:p>
          <a:p>
            <a:r>
              <a:t>• Comparative performance table</a:t>
            </a:r>
          </a:p>
          <a:p>
            <a:r>
              <a:t>• Training &amp; validation accuracy graphs</a:t>
            </a:r>
          </a:p>
          <a:p>
            <a:r>
              <a:t>• Confusion matrix and heatmap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CNN–BiLSTM with BERT improves spam detection</a:t>
            </a:r>
          </a:p>
          <a:p>
            <a:r>
              <a:t>• Better contextual understanding achieved</a:t>
            </a:r>
          </a:p>
          <a:p>
            <a:r>
              <a:t>• Limited by dataset size</a:t>
            </a:r>
          </a:p>
          <a:p>
            <a:r>
              <a:t>• Future: multilingual data, real-time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Sam’an et al., 2024</a:t>
            </a:r>
          </a:p>
          <a:p>
            <a:r>
              <a:t>• Airlangga, 2024</a:t>
            </a:r>
          </a:p>
          <a:p>
            <a:r>
              <a:t>• Kotta, 2023</a:t>
            </a:r>
          </a:p>
          <a:p>
            <a:r>
              <a:t>• Tak et al.,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